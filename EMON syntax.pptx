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73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51F6F-393A-4922-A842-7595FC981743}" type="datetimeFigureOut">
              <a:rPr lang="en-US" smtClean="0"/>
              <a:t>18-Nov-25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53D2C2-E79A-405D-B695-479687F68B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79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53D2C2-E79A-405D-B695-479687F68BB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705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11AE5F-25ED-025F-008B-EFAFC8C35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4130617-0482-CA0B-DDAF-B4895706B6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4EC6B44-7FAE-D787-2DE4-53F5C65AB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4A5E-C3DF-4BF8-BD0D-301A49D6014C}" type="datetimeFigureOut">
              <a:rPr lang="en-US" smtClean="0"/>
              <a:t>18-Nov-25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49B11C7-3F60-DA1E-E17B-7701EA5D7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3925CA2-568D-3A1D-7DB5-C9603B1E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D20A-34A9-4559-9F9F-22979BFEC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54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4C0B99-D2AD-887A-D02C-C60DC3093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89AE8F-2F8F-0A8E-C42F-5D079E0F4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F9FDFEA-BDEC-063B-5D6C-7351AAED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4A5E-C3DF-4BF8-BD0D-301A49D6014C}" type="datetimeFigureOut">
              <a:rPr lang="en-US" smtClean="0"/>
              <a:t>18-Nov-25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B533EF7-5B46-5EA6-7297-DB5812439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7DC4D25-6AD3-FF80-9345-4752F191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D20A-34A9-4559-9F9F-22979BFEC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676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3B0CDA-009C-2F9F-28AA-9AAD1365F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ABC230C-4041-64DA-FD13-0A099017E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6D2B6B-594E-3BF3-2B10-76544EA64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4A5E-C3DF-4BF8-BD0D-301A49D6014C}" type="datetimeFigureOut">
              <a:rPr lang="en-US" smtClean="0"/>
              <a:t>18-Nov-25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939275E-99D1-D496-5DC1-2B210635E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FFBB785-5D3A-68BA-A3B6-DCA60387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D20A-34A9-4559-9F9F-22979BFEC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575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014708-F0C8-F4AD-A97D-53E1C743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A8C205E-C5CD-07E4-9DF9-F30BEF94D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986386C-27A2-1CC1-B23A-082E60CB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2E1CCD3-E442-FF97-0141-9EB5475D0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4A5E-C3DF-4BF8-BD0D-301A49D6014C}" type="datetimeFigureOut">
              <a:rPr lang="en-US" smtClean="0"/>
              <a:t>18-Nov-25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0443810-FCA8-8E86-ADDF-C5B9BFC19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F9FD458-35F0-0471-0A0E-C0FFC13D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D20A-34A9-4559-9F9F-22979BFEC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472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FB46D5-A423-FAC0-2BAF-0E71344F0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219DCA5-32C3-5584-98E7-936FFC2E4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D6DB557-27F6-8C99-FD2B-D5CD294B8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E5CDAC88-C934-8B3B-DAC2-3AB543C1C1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00F559C0-36F4-722B-700C-5FFD173C6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D5E5C602-A8D9-071A-7477-5B1D7483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4A5E-C3DF-4BF8-BD0D-301A49D6014C}" type="datetimeFigureOut">
              <a:rPr lang="en-US" smtClean="0"/>
              <a:t>18-Nov-25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7725EED9-E7D4-05FD-F1BB-83CEF4E8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4166B7E-F72E-611C-EFA1-F37CF73DD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D20A-34A9-4559-9F9F-22979BFEC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25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C45C4E-6526-7553-CAB7-874ADD88E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C35CFC6-A647-7476-4D33-BCF70FFFD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4A5E-C3DF-4BF8-BD0D-301A49D6014C}" type="datetimeFigureOut">
              <a:rPr lang="en-US" smtClean="0"/>
              <a:t>18-Nov-25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F39ACED-C77C-991A-7043-51ECDAAB4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326062E-4DD5-F520-0FBC-61EDD54A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D20A-34A9-4559-9F9F-22979BFEC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077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A3F69B8-E1D2-87B5-92C8-455AF3D8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4A5E-C3DF-4BF8-BD0D-301A49D6014C}" type="datetimeFigureOut">
              <a:rPr lang="en-US" smtClean="0"/>
              <a:t>18-Nov-25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175A3B7-7868-4252-4844-90E9450A9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AC9798A-DBE8-E9EF-3387-062E4070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D20A-34A9-4559-9F9F-22979BFEC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70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7B23A04-43CC-9994-81EB-CD045BA2D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AC9828-B8AF-A5D8-29F1-F34CE24AE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B414654-E166-A837-28B7-4986F478C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6C488AD-C300-5ED5-72E8-A2396A7E0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4A5E-C3DF-4BF8-BD0D-301A49D6014C}" type="datetimeFigureOut">
              <a:rPr lang="en-US" smtClean="0"/>
              <a:t>18-Nov-25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49C2D4C-3303-02C6-61AB-0937B407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07D910F-CB43-2292-BC42-862F38538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D20A-34A9-4559-9F9F-22979BFEC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16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C18785-594C-EB21-F446-C90B090C5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8BC141A-BC02-7831-1342-A932A7202C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4CC17E4-7D78-DD52-7190-B5148E946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624313E-E76B-E9BA-FDBC-1453BE9C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4A5E-C3DF-4BF8-BD0D-301A49D6014C}" type="datetimeFigureOut">
              <a:rPr lang="en-US" smtClean="0"/>
              <a:t>18-Nov-25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39DEE13-6A68-1A6F-5C41-0F75ADE44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6D462D9-6DE4-DF0E-DA7F-A463837CB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D20A-34A9-4559-9F9F-22979BFEC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071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898DC1-0D0C-F382-FA26-94022C35C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101255A-2727-C1EC-0256-9C4D32BAF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787A765-9FDE-C05C-0BAF-D60D2363C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4A5E-C3DF-4BF8-BD0D-301A49D6014C}" type="datetimeFigureOut">
              <a:rPr lang="en-US" smtClean="0"/>
              <a:t>18-Nov-25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01C80F5-BA64-12C7-CEA5-E637810D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7B114BC-295B-3828-2940-E4ECC1A5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D20A-34A9-4559-9F9F-22979BFEC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348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9D3711D-DDB3-AABA-3E7B-E989908E9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83AD1D1-4339-D6CA-7952-2AD5DBA44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6E27823-0A5B-2812-8EA3-004D106D1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4A5E-C3DF-4BF8-BD0D-301A49D6014C}" type="datetimeFigureOut">
              <a:rPr lang="en-US" smtClean="0"/>
              <a:t>18-Nov-25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246C510-6E15-086B-3460-DDB38B6FF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427159-20C6-336F-BEDC-725B782B9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BD20A-34A9-4559-9F9F-22979BFEC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531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821CA9B-2EA5-E90C-59C6-5C597B54D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484DBF4-F3BD-E204-6608-D11F859E7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1E60417-20CB-77EB-9074-7905DB81F6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B4A5E-C3DF-4BF8-BD0D-301A49D6014C}" type="datetimeFigureOut">
              <a:rPr lang="en-US" smtClean="0"/>
              <a:t>18-Nov-25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7F137D5-49A2-1F7D-3176-05A2D84A7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2D8EDCE-F55F-7359-EAB1-04DF5C581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BD20A-34A9-4559-9F9F-22979BFEC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89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C1977CC-BA3C-8C34-3010-0DE3FB79F295}"/>
              </a:ext>
            </a:extLst>
          </p:cNvPr>
          <p:cNvSpPr/>
          <p:nvPr/>
        </p:nvSpPr>
        <p:spPr>
          <a:xfrm>
            <a:off x="0" y="0"/>
            <a:ext cx="5669280" cy="4663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9DC9279-49C6-5341-AA7A-1083A1F6980E}"/>
              </a:ext>
            </a:extLst>
          </p:cNvPr>
          <p:cNvSpPr/>
          <p:nvPr/>
        </p:nvSpPr>
        <p:spPr>
          <a:xfrm>
            <a:off x="-1" y="0"/>
            <a:ext cx="1920239" cy="4663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dirty="0"/>
              <a:t>JSON Data</a:t>
            </a:r>
          </a:p>
          <a:p>
            <a:endParaRPr lang="en-US" dirty="0"/>
          </a:p>
          <a:p>
            <a:r>
              <a:rPr lang="en-US" sz="1200" dirty="0">
                <a:latin typeface="Consolas" panose="020B0609020204030204" pitchFamily="49" charset="0"/>
              </a:rPr>
              <a:t>[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{</a:t>
            </a:r>
          </a:p>
          <a:p>
            <a:r>
              <a:rPr lang="en-US" sz="1150" dirty="0">
                <a:latin typeface="Consolas" panose="020B0609020204030204" pitchFamily="49" charset="0"/>
              </a:rPr>
              <a:t>    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150" dirty="0">
                <a:latin typeface="Consolas" panose="020B0609020204030204" pitchFamily="49" charset="0"/>
              </a:rPr>
              <a:t>id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150" dirty="0">
                <a:latin typeface="Consolas" panose="020B0609020204030204" pitchFamily="49" charset="0"/>
              </a:rPr>
              <a:t>: 1,</a:t>
            </a:r>
          </a:p>
          <a:p>
            <a:r>
              <a:rPr lang="en-US" sz="1150" dirty="0">
                <a:latin typeface="Consolas" panose="020B0609020204030204" pitchFamily="49" charset="0"/>
              </a:rPr>
              <a:t>    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150" dirty="0">
                <a:latin typeface="Consolas" panose="020B0609020204030204" pitchFamily="49" charset="0"/>
              </a:rPr>
              <a:t>name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150" dirty="0">
                <a:latin typeface="Consolas" panose="020B0609020204030204" pitchFamily="49" charset="0"/>
              </a:rPr>
              <a:t>: 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150" dirty="0">
                <a:latin typeface="Consolas" panose="020B0609020204030204" pitchFamily="49" charset="0"/>
              </a:rPr>
              <a:t>J Tim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150" dirty="0">
                <a:latin typeface="Consolas" panose="020B0609020204030204" pitchFamily="49" charset="0"/>
              </a:rPr>
              <a:t>,</a:t>
            </a:r>
          </a:p>
          <a:p>
            <a:r>
              <a:rPr lang="en-US" sz="1150" dirty="0">
                <a:latin typeface="Consolas" panose="020B0609020204030204" pitchFamily="49" charset="0"/>
              </a:rPr>
              <a:t>    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150" dirty="0">
                <a:latin typeface="Consolas" panose="020B0609020204030204" pitchFamily="49" charset="0"/>
              </a:rPr>
              <a:t>role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150" dirty="0">
                <a:latin typeface="Consolas" panose="020B0609020204030204" pitchFamily="49" charset="0"/>
              </a:rPr>
              <a:t>: 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150" dirty="0">
                <a:latin typeface="Consolas" panose="020B0609020204030204" pitchFamily="49" charset="0"/>
              </a:rPr>
              <a:t>Dev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150" dirty="0">
                <a:latin typeface="Consolas" panose="020B0609020204030204" pitchFamily="49" charset="0"/>
              </a:rPr>
              <a:t>,</a:t>
            </a:r>
          </a:p>
          <a:p>
            <a:r>
              <a:rPr lang="en-US" sz="1150" dirty="0">
                <a:latin typeface="Consolas" panose="020B0609020204030204" pitchFamily="49" charset="0"/>
              </a:rPr>
              <a:t>    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150" dirty="0">
                <a:latin typeface="Consolas" panose="020B0609020204030204" pitchFamily="49" charset="0"/>
              </a:rPr>
              <a:t>skills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150" dirty="0">
                <a:latin typeface="Consolas" panose="020B0609020204030204" pitchFamily="49" charset="0"/>
              </a:rPr>
              <a:t>: [</a:t>
            </a:r>
          </a:p>
          <a:p>
            <a:r>
              <a:rPr lang="en-US" sz="1150" dirty="0">
                <a:latin typeface="Consolas" panose="020B0609020204030204" pitchFamily="49" charset="0"/>
              </a:rPr>
              <a:t>      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150" dirty="0">
                <a:latin typeface="Consolas" panose="020B0609020204030204" pitchFamily="49" charset="0"/>
              </a:rPr>
              <a:t>A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150" dirty="0">
                <a:latin typeface="Consolas" panose="020B0609020204030204" pitchFamily="49" charset="0"/>
              </a:rPr>
              <a:t>,</a:t>
            </a:r>
          </a:p>
          <a:p>
            <a:r>
              <a:rPr lang="en-US" sz="1150" dirty="0">
                <a:latin typeface="Consolas" panose="020B0609020204030204" pitchFamily="49" charset="0"/>
              </a:rPr>
              <a:t>      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150" dirty="0">
                <a:latin typeface="Consolas" panose="020B0609020204030204" pitchFamily="49" charset="0"/>
              </a:rPr>
              <a:t>B</a:t>
            </a:r>
            <a:r>
              <a:rPr lang="en-US" sz="115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</a:p>
          <a:p>
            <a:r>
              <a:rPr lang="en-US" sz="1150" dirty="0">
                <a:latin typeface="Consolas" panose="020B0609020204030204" pitchFamily="49" charset="0"/>
              </a:rPr>
              <a:t>    ]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},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200" dirty="0">
                <a:latin typeface="Consolas" panose="020B0609020204030204" pitchFamily="49" charset="0"/>
              </a:rPr>
              <a:t>id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200" dirty="0">
                <a:latin typeface="Consolas" panose="020B0609020204030204" pitchFamily="49" charset="0"/>
              </a:rPr>
              <a:t>: 2,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200" dirty="0">
                <a:latin typeface="Consolas" panose="020B0609020204030204" pitchFamily="49" charset="0"/>
              </a:rPr>
              <a:t>name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200" dirty="0">
                <a:latin typeface="Consolas" panose="020B0609020204030204" pitchFamily="49" charset="0"/>
              </a:rPr>
              <a:t>: 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200" dirty="0">
                <a:latin typeface="Consolas" panose="020B0609020204030204" pitchFamily="49" charset="0"/>
              </a:rPr>
              <a:t>Alice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2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200" dirty="0">
                <a:latin typeface="Consolas" panose="020B0609020204030204" pitchFamily="49" charset="0"/>
              </a:rPr>
              <a:t>role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200" dirty="0">
                <a:latin typeface="Consolas" panose="020B0609020204030204" pitchFamily="49" charset="0"/>
              </a:rPr>
              <a:t>: 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200" dirty="0">
                <a:latin typeface="Consolas" panose="020B0609020204030204" pitchFamily="49" charset="0"/>
              </a:rPr>
              <a:t>HR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2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200" dirty="0">
                <a:latin typeface="Consolas" panose="020B0609020204030204" pitchFamily="49" charset="0"/>
              </a:rPr>
              <a:t>skills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200" dirty="0">
                <a:latin typeface="Consolas" panose="020B0609020204030204" pitchFamily="49" charset="0"/>
              </a:rPr>
              <a:t>: [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200" dirty="0">
                <a:latin typeface="Consolas" panose="020B0609020204030204" pitchFamily="49" charset="0"/>
                <a:ea typeface="Roboto Condensed" panose="02000000000000000000" pitchFamily="2" charset="0"/>
              </a:rPr>
              <a:t>X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2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200" dirty="0">
                <a:latin typeface="Consolas" panose="020B0609020204030204" pitchFamily="49" charset="0"/>
                <a:ea typeface="Roboto Condensed" panose="02000000000000000000" pitchFamily="2" charset="0"/>
              </a:rPr>
              <a:t>Y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  <a:r>
              <a:rPr lang="en-US" sz="12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“</a:t>
            </a:r>
            <a:r>
              <a:rPr lang="en-US" sz="1200" dirty="0">
                <a:latin typeface="Consolas" panose="020B0609020204030204" pitchFamily="49" charset="0"/>
                <a:ea typeface="Roboto Condensed" panose="02000000000000000000" pitchFamily="2" charset="0"/>
              </a:rPr>
              <a:t>Z</a:t>
            </a:r>
            <a:r>
              <a:rPr lang="en-US" sz="12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”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]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}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E3DBCBD-9223-C333-8317-9CC91160BCD2}"/>
              </a:ext>
            </a:extLst>
          </p:cNvPr>
          <p:cNvSpPr/>
          <p:nvPr/>
        </p:nvSpPr>
        <p:spPr>
          <a:xfrm>
            <a:off x="1920240" y="0"/>
            <a:ext cx="1828800" cy="4663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dirty="0"/>
              <a:t>EMON Format</a:t>
            </a:r>
          </a:p>
          <a:p>
            <a:endParaRPr lang="en-US" dirty="0"/>
          </a:p>
          <a:p>
            <a:r>
              <a:rPr lang="en-US" sz="1200" b="1" dirty="0"/>
              <a:t>Schema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#user(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id:number,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name:string,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role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+mn-cs"/>
              </a:rPr>
              <a:t>:string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lvl="0">
              <a:defRPr/>
            </a:pP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skills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lang="en-US" sz="11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#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skill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)[]</a:t>
            </a:r>
            <a:endParaRPr kumimoji="0" lang="en-US" sz="11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>
              <a:defRPr/>
            </a:pPr>
            <a:endParaRPr lang="en-US" sz="1100" dirty="0" smtClean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>
              <a:defRPr/>
            </a:pPr>
            <a:endParaRPr lang="en-US" sz="1100" dirty="0" smtClean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sz="11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#</a:t>
            </a:r>
            <a:r>
              <a:rPr lang="en-US" sz="11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skill(</a:t>
            </a:r>
          </a:p>
          <a:p>
            <a:pPr lvl="0">
              <a:defRPr/>
            </a:pP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 skills:string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[]</a:t>
            </a:r>
          </a:p>
          <a:p>
            <a:pPr lvl="0">
              <a:defRPr/>
            </a:pPr>
            <a:r>
              <a:rPr lang="en-US" sz="11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prstClr val="black"/>
                </a:solidFill>
              </a:rPr>
              <a:t>Data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=1,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+mn-cs"/>
              </a:rPr>
              <a:t>“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 Tim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+mn-cs"/>
              </a:rPr>
              <a:t>”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,Dev,[A,B]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=2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15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+mn-cs"/>
              </a:rPr>
              <a:t>Alice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+mn-cs"/>
              </a:rPr>
              <a:t>,HR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,[X,Y,Z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F31CF0C-CCCC-418E-2F44-7EADDB23A88B}"/>
              </a:ext>
            </a:extLst>
          </p:cNvPr>
          <p:cNvSpPr/>
          <p:nvPr/>
        </p:nvSpPr>
        <p:spPr>
          <a:xfrm>
            <a:off x="3840480" y="0"/>
            <a:ext cx="1828800" cy="466344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dirty="0"/>
              <a:t>EMON Definition</a:t>
            </a:r>
          </a:p>
          <a:p>
            <a:endParaRPr lang="en-US" dirty="0" smtClean="0"/>
          </a:p>
          <a:p>
            <a:r>
              <a:rPr lang="en-US" sz="1050" dirty="0">
                <a:solidFill>
                  <a:prstClr val="black"/>
                </a:solidFill>
              </a:rPr>
              <a:t> </a:t>
            </a:r>
          </a:p>
          <a:p>
            <a:r>
              <a:rPr lang="en-US" sz="1050" dirty="0" smtClean="0">
                <a:solidFill>
                  <a:prstClr val="black"/>
                </a:solidFill>
              </a:rPr>
              <a:t> EMON </a:t>
            </a:r>
            <a:r>
              <a:rPr lang="en-US" sz="1050" dirty="0">
                <a:solidFill>
                  <a:prstClr val="black"/>
                </a:solidFill>
              </a:rPr>
              <a:t>Schema definition</a:t>
            </a:r>
            <a:endParaRPr lang="en-US" dirty="0"/>
          </a:p>
          <a:p>
            <a:r>
              <a:rPr lang="en-US" sz="1050" dirty="0"/>
              <a:t> </a:t>
            </a:r>
            <a:r>
              <a:rPr lang="en-US" sz="1050" dirty="0" smtClean="0"/>
              <a:t>EMON Schema definition</a:t>
            </a:r>
          </a:p>
          <a:p>
            <a:endParaRPr lang="en-US" sz="1050" dirty="0"/>
          </a:p>
          <a:p>
            <a:r>
              <a:rPr lang="en-US" sz="1050" dirty="0" smtClean="0"/>
              <a:t> EMON schema as data type</a:t>
            </a:r>
          </a:p>
          <a:p>
            <a:r>
              <a:rPr lang="en-US" sz="1050" dirty="0" smtClean="0"/>
              <a:t> Field name in schema</a:t>
            </a:r>
          </a:p>
          <a:p>
            <a:endParaRPr lang="en-US" sz="1050" dirty="0"/>
          </a:p>
          <a:p>
            <a:endParaRPr lang="en-US" sz="1050" dirty="0" smtClean="0"/>
          </a:p>
          <a:p>
            <a:endParaRPr lang="en-US" sz="1050" dirty="0"/>
          </a:p>
          <a:p>
            <a:endParaRPr lang="en-US" sz="1050" dirty="0" smtClean="0"/>
          </a:p>
          <a:p>
            <a:endParaRPr lang="en-US" sz="1050" dirty="0"/>
          </a:p>
          <a:p>
            <a:endParaRPr lang="en-US" sz="1050" dirty="0" smtClean="0"/>
          </a:p>
          <a:p>
            <a:r>
              <a:rPr lang="en-US" sz="1050" dirty="0" smtClean="0"/>
              <a:t> Modular EMON schema</a:t>
            </a:r>
          </a:p>
          <a:p>
            <a:endParaRPr lang="en-US" sz="1050" dirty="0"/>
          </a:p>
          <a:p>
            <a:endParaRPr lang="en-US" sz="1050" dirty="0" smtClean="0"/>
          </a:p>
          <a:p>
            <a:endParaRPr lang="en-US" sz="1050" dirty="0"/>
          </a:p>
          <a:p>
            <a:endParaRPr lang="en-US" sz="1050" dirty="0" smtClean="0"/>
          </a:p>
          <a:p>
            <a:r>
              <a:rPr lang="en-US" sz="1050" dirty="0"/>
              <a:t> </a:t>
            </a:r>
            <a:r>
              <a:rPr lang="en-US" sz="1050" dirty="0" smtClean="0"/>
              <a:t>EMON fixed positional data</a:t>
            </a:r>
          </a:p>
          <a:p>
            <a:r>
              <a:rPr lang="en-US" sz="1050" dirty="0"/>
              <a:t> </a:t>
            </a:r>
            <a:r>
              <a:rPr lang="en-US" sz="1050" dirty="0" smtClean="0"/>
              <a:t>Single word sting without quotes</a:t>
            </a:r>
          </a:p>
          <a:p>
            <a:endParaRPr lang="en-US" sz="1050" dirty="0" smtClean="0"/>
          </a:p>
        </p:txBody>
      </p:sp>
      <p:grpSp>
        <p:nvGrpSpPr>
          <p:cNvPr id="43" name="Group 42"/>
          <p:cNvGrpSpPr/>
          <p:nvPr/>
        </p:nvGrpSpPr>
        <p:grpSpPr>
          <a:xfrm>
            <a:off x="3104706" y="809181"/>
            <a:ext cx="818708" cy="925033"/>
            <a:chOff x="3104706" y="818706"/>
            <a:chExt cx="818708" cy="925033"/>
          </a:xfrm>
        </p:grpSpPr>
        <p:sp>
          <p:nvSpPr>
            <p:cNvPr id="2" name="Right Bracket 1"/>
            <p:cNvSpPr/>
            <p:nvPr/>
          </p:nvSpPr>
          <p:spPr>
            <a:xfrm>
              <a:off x="3104706" y="818706"/>
              <a:ext cx="304242" cy="925033"/>
            </a:xfrm>
            <a:prstGeom prst="rightBracket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3408948" y="988829"/>
              <a:ext cx="5144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Elbow Connector 18"/>
          <p:cNvCxnSpPr/>
          <p:nvPr/>
        </p:nvCxnSpPr>
        <p:spPr>
          <a:xfrm flipV="1">
            <a:off x="2952750" y="1310685"/>
            <a:ext cx="970664" cy="527640"/>
          </a:xfrm>
          <a:prstGeom prst="bentConnector3">
            <a:avLst>
              <a:gd name="adj1" fmla="val 6177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2945219" y="1596668"/>
            <a:ext cx="0" cy="24574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3" name="Group 52"/>
          <p:cNvGrpSpPr/>
          <p:nvPr/>
        </p:nvGrpSpPr>
        <p:grpSpPr>
          <a:xfrm>
            <a:off x="2364681" y="1479925"/>
            <a:ext cx="1558733" cy="480727"/>
            <a:chOff x="2364681" y="1451350"/>
            <a:chExt cx="1558733" cy="547677"/>
          </a:xfrm>
        </p:grpSpPr>
        <p:cxnSp>
          <p:nvCxnSpPr>
            <p:cNvPr id="45" name="Elbow Connector 44"/>
            <p:cNvCxnSpPr/>
            <p:nvPr/>
          </p:nvCxnSpPr>
          <p:spPr>
            <a:xfrm flipV="1">
              <a:off x="2364681" y="1451350"/>
              <a:ext cx="1558733" cy="547677"/>
            </a:xfrm>
            <a:prstGeom prst="bentConnector3">
              <a:avLst>
                <a:gd name="adj1" fmla="val 85832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V="1">
              <a:off x="2364681" y="1586759"/>
              <a:ext cx="0" cy="41226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104706" y="2303950"/>
            <a:ext cx="818708" cy="581027"/>
            <a:chOff x="3104706" y="2056300"/>
            <a:chExt cx="818708" cy="601176"/>
          </a:xfrm>
        </p:grpSpPr>
        <p:sp>
          <p:nvSpPr>
            <p:cNvPr id="17" name="Right Bracket 16"/>
            <p:cNvSpPr/>
            <p:nvPr/>
          </p:nvSpPr>
          <p:spPr>
            <a:xfrm>
              <a:off x="3104706" y="2056300"/>
              <a:ext cx="304242" cy="601176"/>
            </a:xfrm>
            <a:prstGeom prst="rightBracket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3408948" y="2356888"/>
              <a:ext cx="5144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1" name="Elbow Connector 20"/>
          <p:cNvCxnSpPr/>
          <p:nvPr/>
        </p:nvCxnSpPr>
        <p:spPr>
          <a:xfrm>
            <a:off x="2635899" y="660994"/>
            <a:ext cx="1287515" cy="169568"/>
          </a:xfrm>
          <a:prstGeom prst="bentConnector3">
            <a:avLst>
              <a:gd name="adj1" fmla="val 707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635899" y="660994"/>
            <a:ext cx="0" cy="2743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" name="Group 27"/>
          <p:cNvGrpSpPr/>
          <p:nvPr/>
        </p:nvGrpSpPr>
        <p:grpSpPr>
          <a:xfrm>
            <a:off x="3499707" y="3256852"/>
            <a:ext cx="423707" cy="457200"/>
            <a:chOff x="3499707" y="3256852"/>
            <a:chExt cx="423707" cy="457200"/>
          </a:xfrm>
        </p:grpSpPr>
        <p:sp>
          <p:nvSpPr>
            <p:cNvPr id="31" name="Right Bracket 30"/>
            <p:cNvSpPr/>
            <p:nvPr/>
          </p:nvSpPr>
          <p:spPr>
            <a:xfrm>
              <a:off x="3499707" y="3256852"/>
              <a:ext cx="157455" cy="457200"/>
            </a:xfrm>
            <a:prstGeom prst="rightBracket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>
              <a:off x="3657162" y="3390202"/>
              <a:ext cx="2662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2500289" y="3556889"/>
            <a:ext cx="1423125" cy="328613"/>
            <a:chOff x="2364681" y="1451350"/>
            <a:chExt cx="1558733" cy="547677"/>
          </a:xfrm>
        </p:grpSpPr>
        <p:cxnSp>
          <p:nvCxnSpPr>
            <p:cNvPr id="37" name="Elbow Connector 36"/>
            <p:cNvCxnSpPr/>
            <p:nvPr/>
          </p:nvCxnSpPr>
          <p:spPr>
            <a:xfrm flipV="1">
              <a:off x="2364681" y="1451350"/>
              <a:ext cx="1558733" cy="547677"/>
            </a:xfrm>
            <a:prstGeom prst="bentConnector3">
              <a:avLst>
                <a:gd name="adj1" fmla="val 85832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2364681" y="1586759"/>
              <a:ext cx="0" cy="41226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2832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168</Words>
  <Application>Microsoft Office PowerPoint</Application>
  <PresentationFormat>Widescreen</PresentationFormat>
  <Paragraphs>65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 B Parvez</dc:creator>
  <cp:lastModifiedBy>User</cp:lastModifiedBy>
  <cp:revision>26</cp:revision>
  <dcterms:created xsi:type="dcterms:W3CDTF">2025-11-17T19:57:46Z</dcterms:created>
  <dcterms:modified xsi:type="dcterms:W3CDTF">2025-11-18T05:53:53Z</dcterms:modified>
</cp:coreProperties>
</file>